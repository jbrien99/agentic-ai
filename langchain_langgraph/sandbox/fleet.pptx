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50292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4754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B9C4D0"/>
                </a:solidFill>
              </a:rPr>
              <a:t>VOLTWAY 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Fleet pick: Tesla Model Y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2331720"/>
            <a:ext cx="2011680" cy="4572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880360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Supercharger access improves charging reliability and trip confidence for a 100-car sales fleet.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538727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47287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~75 cu ft max cargo space vs. ~59.7 cu ft for Mach-E supports sales gear and daily use.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197096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105656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~280–321 miles EPA range delivers strong long-range performance and better overall fleet fit.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5074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C2A8"/>
                </a:solidFill>
              </a:rPr>
              <a:t>VOLTWAY RECOMMENDS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40680"/>
            <a:ext cx="11274552" cy="960120"/>
          </a:xfrm>
          <a:prstGeom prst="roundRect">
            <a:avLst>
              <a:gd name="adj" fmla="val 18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/>
            <a:r>
              <a:rPr sz="1600" b="1">
                <a:solidFill>
                  <a:srgbClr val="0A2540"/>
                </a:solidFill>
              </a:rPr>
              <a:t>Choose the Tesla Model Y over the Ford Mustang Mach-E; pick the Mach-E only if Ford dealer familiarity and local service coordination matter more than Tesla’s charging ecosystem.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